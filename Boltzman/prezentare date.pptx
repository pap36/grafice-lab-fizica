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E7B5CD-BD4D-4491-95E6-60D1DF5813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3810E9-7574-4993-A844-DC577907A9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k to 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edit 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the 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title 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text 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form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ADC64FD-B0FF-4F24-A38D-E383FC4A05FF}" type="slidenum"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Date 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exp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erim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enta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147680"/>
            <a:ext cx="9071640" cy="36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Rezist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enta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filame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ntului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variaz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de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aproxi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mativ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0.6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ohm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pana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1.1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ohm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Temp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eraturi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cores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punza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toare,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 K,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variaz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de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850K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pana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1400K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Valoril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inregis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trate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termo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cuplu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variaz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de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0.1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mV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pana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2.3mV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Date 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exp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erie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men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tale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Grafic dependenta liniara U_termo = f(T^4)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observa caracterul liniar calitativ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Grafic dependenta log U_termo = f(log T)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mentionat U_termo = mV =&gt; log U_termo = log U – 3 (mV = 10^-3 V)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Date 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exp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erim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enta</a:t>
            </a: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Log U = 4 log T + const (ideal)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 realitate din grafic panta approx 6.36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Rezulta erori 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LibreOffice/25.2.4.3$MacOSX_AARCH64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2026-03-24T12:23:30Z</dcterms:created>
  <dc:creator/>
  <dc:description/>
  <dc:language>en-GB</dc:language>
  <cp:lastModifiedBy/>
  <dcterms:modified xsi:type="dcterms:W3CDTF">2026-03-24T12:45:45Z</dcterms:modified>
  <cp:revision>1</cp:revision>
  <dc:subject/>
  <dc:title/>
</cp:coreProperties>
</file>